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678A8-5145-46E5-8963-F96F4C4174D0}" v="70" dt="2026-02-12T05:06:53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shta reddy" userId="3767ef8077a703a4" providerId="LiveId" clId="{AF3004BF-5ED9-468D-A314-10C8D0244B3E}"/>
    <pc:docChg chg="undo custSel addSld modSld">
      <pc:chgData name="shreshta reddy" userId="3767ef8077a703a4" providerId="LiveId" clId="{AF3004BF-5ED9-468D-A314-10C8D0244B3E}" dt="2026-02-12T05:25:29.726" v="154" actId="20577"/>
      <pc:docMkLst>
        <pc:docMk/>
      </pc:docMkLst>
      <pc:sldChg chg="addSp modSp mod">
        <pc:chgData name="shreshta reddy" userId="3767ef8077a703a4" providerId="LiveId" clId="{AF3004BF-5ED9-468D-A314-10C8D0244B3E}" dt="2026-02-12T05:25:29.726" v="154" actId="20577"/>
        <pc:sldMkLst>
          <pc:docMk/>
          <pc:sldMk cId="1624102577" sldId="257"/>
        </pc:sldMkLst>
        <pc:spChg chg="mod">
          <ac:chgData name="shreshta reddy" userId="3767ef8077a703a4" providerId="LiveId" clId="{AF3004BF-5ED9-468D-A314-10C8D0244B3E}" dt="2026-02-12T05:25:29.726" v="154" actId="20577"/>
          <ac:spMkLst>
            <pc:docMk/>
            <pc:sldMk cId="1624102577" sldId="257"/>
            <ac:spMk id="3" creationId="{B9D1CAAC-B54D-CB5A-39D7-2F75D5BAFBFF}"/>
          </ac:spMkLst>
        </pc:spChg>
        <pc:picChg chg="add mod">
          <ac:chgData name="shreshta reddy" userId="3767ef8077a703a4" providerId="LiveId" clId="{AF3004BF-5ED9-468D-A314-10C8D0244B3E}" dt="2026-02-12T03:53:11.128" v="21" actId="14100"/>
          <ac:picMkLst>
            <pc:docMk/>
            <pc:sldMk cId="1624102577" sldId="257"/>
            <ac:picMk id="1026" creationId="{E6C4E40B-590B-B1C5-836E-D37D240C9832}"/>
          </ac:picMkLst>
        </pc:picChg>
      </pc:sldChg>
      <pc:sldChg chg="modSp mod">
        <pc:chgData name="shreshta reddy" userId="3767ef8077a703a4" providerId="LiveId" clId="{AF3004BF-5ED9-468D-A314-10C8D0244B3E}" dt="2026-02-12T03:55:57.250" v="47" actId="20577"/>
        <pc:sldMkLst>
          <pc:docMk/>
          <pc:sldMk cId="292980039" sldId="258"/>
        </pc:sldMkLst>
        <pc:spChg chg="mod">
          <ac:chgData name="shreshta reddy" userId="3767ef8077a703a4" providerId="LiveId" clId="{AF3004BF-5ED9-468D-A314-10C8D0244B3E}" dt="2026-02-12T03:55:57.250" v="47" actId="20577"/>
          <ac:spMkLst>
            <pc:docMk/>
            <pc:sldMk cId="292980039" sldId="258"/>
            <ac:spMk id="3" creationId="{CEF6EEE1-799B-9A32-5B3C-B7B0769E91ED}"/>
          </ac:spMkLst>
        </pc:spChg>
      </pc:sldChg>
      <pc:sldChg chg="addSp delSp modSp mod">
        <pc:chgData name="shreshta reddy" userId="3767ef8077a703a4" providerId="LiveId" clId="{AF3004BF-5ED9-468D-A314-10C8D0244B3E}" dt="2026-02-12T05:04:11.981" v="144" actId="14100"/>
        <pc:sldMkLst>
          <pc:docMk/>
          <pc:sldMk cId="3630072386" sldId="260"/>
        </pc:sldMkLst>
        <pc:spChg chg="mod">
          <ac:chgData name="shreshta reddy" userId="3767ef8077a703a4" providerId="LiveId" clId="{AF3004BF-5ED9-468D-A314-10C8D0244B3E}" dt="2026-02-12T04:53:43.452" v="129" actId="14100"/>
          <ac:spMkLst>
            <pc:docMk/>
            <pc:sldMk cId="3630072386" sldId="260"/>
            <ac:spMk id="2" creationId="{C809A1CD-2416-B567-4065-88B7DDF82146}"/>
          </ac:spMkLst>
        </pc:spChg>
        <pc:spChg chg="del mod">
          <ac:chgData name="shreshta reddy" userId="3767ef8077a703a4" providerId="LiveId" clId="{AF3004BF-5ED9-468D-A314-10C8D0244B3E}" dt="2026-02-12T05:01:10.187" v="131"/>
          <ac:spMkLst>
            <pc:docMk/>
            <pc:sldMk cId="3630072386" sldId="260"/>
            <ac:spMk id="3" creationId="{D82427AB-D203-4E64-1A89-FB9515DBCD62}"/>
          </ac:spMkLst>
        </pc:spChg>
        <pc:spChg chg="add del mod">
          <ac:chgData name="shreshta reddy" userId="3767ef8077a703a4" providerId="LiveId" clId="{AF3004BF-5ED9-468D-A314-10C8D0244B3E}" dt="2026-02-12T05:01:12.346" v="132"/>
          <ac:spMkLst>
            <pc:docMk/>
            <pc:sldMk cId="3630072386" sldId="260"/>
            <ac:spMk id="4" creationId="{20F4B184-5E63-283F-1763-97B30F477129}"/>
          </ac:spMkLst>
        </pc:spChg>
        <pc:spChg chg="add del mod">
          <ac:chgData name="shreshta reddy" userId="3767ef8077a703a4" providerId="LiveId" clId="{AF3004BF-5ED9-468D-A314-10C8D0244B3E}" dt="2026-02-12T05:01:39.832" v="133" actId="931"/>
          <ac:spMkLst>
            <pc:docMk/>
            <pc:sldMk cId="3630072386" sldId="260"/>
            <ac:spMk id="5" creationId="{27272EE3-FF32-3779-1A5E-D35CC6D3F896}"/>
          </ac:spMkLst>
        </pc:spChg>
        <pc:picChg chg="add mod">
          <ac:chgData name="shreshta reddy" userId="3767ef8077a703a4" providerId="LiveId" clId="{AF3004BF-5ED9-468D-A314-10C8D0244B3E}" dt="2026-02-12T05:04:11.981" v="144" actId="14100"/>
          <ac:picMkLst>
            <pc:docMk/>
            <pc:sldMk cId="3630072386" sldId="260"/>
            <ac:picMk id="7" creationId="{95E37203-AD58-6BC6-1B12-F78AB51944A2}"/>
          </ac:picMkLst>
        </pc:picChg>
        <pc:cxnChg chg="add del mod">
          <ac:chgData name="shreshta reddy" userId="3767ef8077a703a4" providerId="LiveId" clId="{AF3004BF-5ED9-468D-A314-10C8D0244B3E}" dt="2026-02-12T05:04:03.710" v="143" actId="21"/>
          <ac:cxnSpMkLst>
            <pc:docMk/>
            <pc:sldMk cId="3630072386" sldId="260"/>
            <ac:cxnSpMk id="9" creationId="{CBF89A9C-3573-9F48-298A-B1948EE409FC}"/>
          </ac:cxnSpMkLst>
        </pc:cxnChg>
      </pc:sldChg>
      <pc:sldChg chg="addSp delSp modSp new mod">
        <pc:chgData name="shreshta reddy" userId="3767ef8077a703a4" providerId="LiveId" clId="{AF3004BF-5ED9-468D-A314-10C8D0244B3E}" dt="2026-02-12T04:50:43.843" v="96" actId="14100"/>
        <pc:sldMkLst>
          <pc:docMk/>
          <pc:sldMk cId="3235372863" sldId="261"/>
        </pc:sldMkLst>
        <pc:spChg chg="mod">
          <ac:chgData name="shreshta reddy" userId="3767ef8077a703a4" providerId="LiveId" clId="{AF3004BF-5ED9-468D-A314-10C8D0244B3E}" dt="2026-02-12T03:53:43.644" v="37" actId="27636"/>
          <ac:spMkLst>
            <pc:docMk/>
            <pc:sldMk cId="3235372863" sldId="261"/>
            <ac:spMk id="2" creationId="{3A9A3A67-1F45-1633-FEB5-245A9CA969BA}"/>
          </ac:spMkLst>
        </pc:spChg>
        <pc:spChg chg="del mod">
          <ac:chgData name="shreshta reddy" userId="3767ef8077a703a4" providerId="LiveId" clId="{AF3004BF-5ED9-468D-A314-10C8D0244B3E}" dt="2026-02-12T04:44:18.002" v="49"/>
          <ac:spMkLst>
            <pc:docMk/>
            <pc:sldMk cId="3235372863" sldId="261"/>
            <ac:spMk id="3" creationId="{82D20139-04FB-7EAE-B0CB-BC2CAD642A48}"/>
          </ac:spMkLst>
        </pc:spChg>
        <pc:spChg chg="add del mod">
          <ac:chgData name="shreshta reddy" userId="3767ef8077a703a4" providerId="LiveId" clId="{AF3004BF-5ED9-468D-A314-10C8D0244B3E}" dt="2026-02-12T04:44:20.089" v="50"/>
          <ac:spMkLst>
            <pc:docMk/>
            <pc:sldMk cId="3235372863" sldId="261"/>
            <ac:spMk id="4" creationId="{D8B0622F-5E28-5D4B-9CD3-4E3BBB6F5D04}"/>
          </ac:spMkLst>
        </pc:spChg>
        <pc:spChg chg="add del mod">
          <ac:chgData name="shreshta reddy" userId="3767ef8077a703a4" providerId="LiveId" clId="{AF3004BF-5ED9-468D-A314-10C8D0244B3E}" dt="2026-02-12T04:44:37.258" v="51"/>
          <ac:spMkLst>
            <pc:docMk/>
            <pc:sldMk cId="3235372863" sldId="261"/>
            <ac:spMk id="5" creationId="{FDF33AC2-1EBA-9DB6-B7C1-BE09FC910C6F}"/>
          </ac:spMkLst>
        </pc:spChg>
        <pc:spChg chg="add del mod">
          <ac:chgData name="shreshta reddy" userId="3767ef8077a703a4" providerId="LiveId" clId="{AF3004BF-5ED9-468D-A314-10C8D0244B3E}" dt="2026-02-12T04:49:35.882" v="83" actId="931"/>
          <ac:spMkLst>
            <pc:docMk/>
            <pc:sldMk cId="3235372863" sldId="261"/>
            <ac:spMk id="6" creationId="{E088AD2A-64CF-9B34-F6FC-8D0F9835CA01}"/>
          </ac:spMkLst>
        </pc:spChg>
        <pc:spChg chg="add mod">
          <ac:chgData name="shreshta reddy" userId="3767ef8077a703a4" providerId="LiveId" clId="{AF3004BF-5ED9-468D-A314-10C8D0244B3E}" dt="2026-02-12T04:47:41.985" v="77" actId="1076"/>
          <ac:spMkLst>
            <pc:docMk/>
            <pc:sldMk cId="3235372863" sldId="261"/>
            <ac:spMk id="9" creationId="{7E701B61-0AC2-25F8-04B6-AC34CDE0A6B5}"/>
          </ac:spMkLst>
        </pc:spChg>
        <pc:spChg chg="add del">
          <ac:chgData name="shreshta reddy" userId="3767ef8077a703a4" providerId="LiveId" clId="{AF3004BF-5ED9-468D-A314-10C8D0244B3E}" dt="2026-02-12T04:47:39.149" v="74" actId="478"/>
          <ac:spMkLst>
            <pc:docMk/>
            <pc:sldMk cId="3235372863" sldId="261"/>
            <ac:spMk id="10" creationId="{3C984B32-7738-9943-A497-D034F1EE57BA}"/>
          </ac:spMkLst>
        </pc:spChg>
        <pc:spChg chg="add mod">
          <ac:chgData name="shreshta reddy" userId="3767ef8077a703a4" providerId="LiveId" clId="{AF3004BF-5ED9-468D-A314-10C8D0244B3E}" dt="2026-02-12T04:47:35.298" v="69" actId="14100"/>
          <ac:spMkLst>
            <pc:docMk/>
            <pc:sldMk cId="3235372863" sldId="261"/>
            <ac:spMk id="11" creationId="{F977480B-A502-A3B3-9D53-E0779289B21A}"/>
          </ac:spMkLst>
        </pc:spChg>
        <pc:spChg chg="add mod">
          <ac:chgData name="shreshta reddy" userId="3767ef8077a703a4" providerId="LiveId" clId="{AF3004BF-5ED9-468D-A314-10C8D0244B3E}" dt="2026-02-12T04:50:19.434" v="92" actId="14100"/>
          <ac:spMkLst>
            <pc:docMk/>
            <pc:sldMk cId="3235372863" sldId="261"/>
            <ac:spMk id="14" creationId="{82FDE795-D1C0-86AE-9577-C432966C0081}"/>
          </ac:spMkLst>
        </pc:spChg>
        <pc:picChg chg="add del mod ord">
          <ac:chgData name="shreshta reddy" userId="3767ef8077a703a4" providerId="LiveId" clId="{AF3004BF-5ED9-468D-A314-10C8D0244B3E}" dt="2026-02-12T04:47:46.027" v="81" actId="931"/>
          <ac:picMkLst>
            <pc:docMk/>
            <pc:sldMk cId="3235372863" sldId="261"/>
            <ac:picMk id="8" creationId="{4A7EFD61-233E-1779-3A46-CB5EE4D11595}"/>
          </ac:picMkLst>
        </pc:picChg>
        <pc:picChg chg="add mod">
          <ac:chgData name="shreshta reddy" userId="3767ef8077a703a4" providerId="LiveId" clId="{AF3004BF-5ED9-468D-A314-10C8D0244B3E}" dt="2026-02-12T04:50:43.843" v="96" actId="14100"/>
          <ac:picMkLst>
            <pc:docMk/>
            <pc:sldMk cId="3235372863" sldId="261"/>
            <ac:picMk id="13" creationId="{9260E67B-2693-B49B-8866-EEBF9C1B1974}"/>
          </ac:picMkLst>
        </pc:picChg>
      </pc:sldChg>
      <pc:sldChg chg="addSp delSp modSp new mod">
        <pc:chgData name="shreshta reddy" userId="3767ef8077a703a4" providerId="LiveId" clId="{AF3004BF-5ED9-468D-A314-10C8D0244B3E}" dt="2026-02-12T04:51:29.242" v="109" actId="14100"/>
        <pc:sldMkLst>
          <pc:docMk/>
          <pc:sldMk cId="4027601429" sldId="262"/>
        </pc:sldMkLst>
        <pc:spChg chg="del mod">
          <ac:chgData name="shreshta reddy" userId="3767ef8077a703a4" providerId="LiveId" clId="{AF3004BF-5ED9-468D-A314-10C8D0244B3E}" dt="2026-02-12T04:51:03.988" v="103" actId="21"/>
          <ac:spMkLst>
            <pc:docMk/>
            <pc:sldMk cId="4027601429" sldId="262"/>
            <ac:spMk id="2" creationId="{C7A4C572-162D-10B5-885F-E89DFA1CB760}"/>
          </ac:spMkLst>
        </pc:spChg>
        <pc:spChg chg="del mod">
          <ac:chgData name="shreshta reddy" userId="3767ef8077a703a4" providerId="LiveId" clId="{AF3004BF-5ED9-468D-A314-10C8D0244B3E}" dt="2026-02-12T04:51:22.613" v="107" actId="931"/>
          <ac:spMkLst>
            <pc:docMk/>
            <pc:sldMk cId="4027601429" sldId="262"/>
            <ac:spMk id="3" creationId="{3B0997F0-25DA-D532-07B1-232EB9F93476}"/>
          </ac:spMkLst>
        </pc:spChg>
        <pc:picChg chg="add mod ord">
          <ac:chgData name="shreshta reddy" userId="3767ef8077a703a4" providerId="LiveId" clId="{AF3004BF-5ED9-468D-A314-10C8D0244B3E}" dt="2026-02-12T04:51:29.242" v="109" actId="14100"/>
          <ac:picMkLst>
            <pc:docMk/>
            <pc:sldMk cId="4027601429" sldId="262"/>
            <ac:picMk id="5" creationId="{F6CB855C-9369-AF4D-DD41-DFBE1D65BE62}"/>
          </ac:picMkLst>
        </pc:picChg>
      </pc:sldChg>
      <pc:sldChg chg="addSp delSp modSp new mod">
        <pc:chgData name="shreshta reddy" userId="3767ef8077a703a4" providerId="LiveId" clId="{AF3004BF-5ED9-468D-A314-10C8D0244B3E}" dt="2026-02-12T04:51:54.796" v="114" actId="14100"/>
        <pc:sldMkLst>
          <pc:docMk/>
          <pc:sldMk cId="2032202173" sldId="263"/>
        </pc:sldMkLst>
        <pc:spChg chg="del">
          <ac:chgData name="shreshta reddy" userId="3767ef8077a703a4" providerId="LiveId" clId="{AF3004BF-5ED9-468D-A314-10C8D0244B3E}" dt="2026-02-12T04:51:43.152" v="110" actId="931"/>
          <ac:spMkLst>
            <pc:docMk/>
            <pc:sldMk cId="2032202173" sldId="263"/>
            <ac:spMk id="3" creationId="{D09F1B91-05EF-678D-6C42-12B2087600C8}"/>
          </ac:spMkLst>
        </pc:spChg>
        <pc:picChg chg="add mod ord">
          <ac:chgData name="shreshta reddy" userId="3767ef8077a703a4" providerId="LiveId" clId="{AF3004BF-5ED9-468D-A314-10C8D0244B3E}" dt="2026-02-12T04:51:54.796" v="114" actId="14100"/>
          <ac:picMkLst>
            <pc:docMk/>
            <pc:sldMk cId="2032202173" sldId="263"/>
            <ac:picMk id="5" creationId="{921E2F0C-6C90-D25D-F861-313B11F7B513}"/>
          </ac:picMkLst>
        </pc:picChg>
      </pc:sldChg>
      <pc:sldChg chg="addSp delSp modSp new mod">
        <pc:chgData name="shreshta reddy" userId="3767ef8077a703a4" providerId="LiveId" clId="{AF3004BF-5ED9-468D-A314-10C8D0244B3E}" dt="2026-02-12T05:06:53.407" v="150" actId="14100"/>
        <pc:sldMkLst>
          <pc:docMk/>
          <pc:sldMk cId="2423152561" sldId="264"/>
        </pc:sldMkLst>
        <pc:spChg chg="mod">
          <ac:chgData name="shreshta reddy" userId="3767ef8077a703a4" providerId="LiveId" clId="{AF3004BF-5ED9-468D-A314-10C8D0244B3E}" dt="2026-02-12T04:53:05.729" v="124" actId="14100"/>
          <ac:spMkLst>
            <pc:docMk/>
            <pc:sldMk cId="2423152561" sldId="264"/>
            <ac:spMk id="2" creationId="{A8A54016-03E0-3390-8948-3A4BBA35A82E}"/>
          </ac:spMkLst>
        </pc:spChg>
        <pc:spChg chg="del">
          <ac:chgData name="shreshta reddy" userId="3767ef8077a703a4" providerId="LiveId" clId="{AF3004BF-5ED9-468D-A314-10C8D0244B3E}" dt="2026-02-12T04:52:27.236" v="115" actId="931"/>
          <ac:spMkLst>
            <pc:docMk/>
            <pc:sldMk cId="2423152561" sldId="264"/>
            <ac:spMk id="3" creationId="{E61764A0-7E4F-B385-3DF8-22399E9A2C08}"/>
          </ac:spMkLst>
        </pc:spChg>
        <pc:spChg chg="add del mod">
          <ac:chgData name="shreshta reddy" userId="3767ef8077a703a4" providerId="LiveId" clId="{AF3004BF-5ED9-468D-A314-10C8D0244B3E}" dt="2026-02-12T04:52:49.690" v="121" actId="931"/>
          <ac:spMkLst>
            <pc:docMk/>
            <pc:sldMk cId="2423152561" sldId="264"/>
            <ac:spMk id="7" creationId="{FB51E3FE-0A2E-4C7F-A588-9DE863BC9167}"/>
          </ac:spMkLst>
        </pc:spChg>
        <pc:spChg chg="add del mod">
          <ac:chgData name="shreshta reddy" userId="3767ef8077a703a4" providerId="LiveId" clId="{AF3004BF-5ED9-468D-A314-10C8D0244B3E}" dt="2026-02-12T05:06:10.781" v="146"/>
          <ac:spMkLst>
            <pc:docMk/>
            <pc:sldMk cId="2423152561" sldId="264"/>
            <ac:spMk id="11" creationId="{04A3D528-C2AD-A92B-7C23-8D1D911AF30A}"/>
          </ac:spMkLst>
        </pc:spChg>
        <pc:spChg chg="add del mod">
          <ac:chgData name="shreshta reddy" userId="3767ef8077a703a4" providerId="LiveId" clId="{AF3004BF-5ED9-468D-A314-10C8D0244B3E}" dt="2026-02-12T05:06:46.875" v="149" actId="931"/>
          <ac:spMkLst>
            <pc:docMk/>
            <pc:sldMk cId="2423152561" sldId="264"/>
            <ac:spMk id="12" creationId="{D1F83C3D-7B5E-E551-9CE2-7171F92796A8}"/>
          </ac:spMkLst>
        </pc:spChg>
        <pc:picChg chg="add del mod ord">
          <ac:chgData name="shreshta reddy" userId="3767ef8077a703a4" providerId="LiveId" clId="{AF3004BF-5ED9-468D-A314-10C8D0244B3E}" dt="2026-02-12T04:52:42.973" v="120" actId="21"/>
          <ac:picMkLst>
            <pc:docMk/>
            <pc:sldMk cId="2423152561" sldId="264"/>
            <ac:picMk id="5" creationId="{38173E42-0CAE-3902-3A21-7059AFAE8E0A}"/>
          </ac:picMkLst>
        </pc:picChg>
        <pc:picChg chg="add del mod ord">
          <ac:chgData name="shreshta reddy" userId="3767ef8077a703a4" providerId="LiveId" clId="{AF3004BF-5ED9-468D-A314-10C8D0244B3E}" dt="2026-02-12T05:05:52.010" v="145" actId="21"/>
          <ac:picMkLst>
            <pc:docMk/>
            <pc:sldMk cId="2423152561" sldId="264"/>
            <ac:picMk id="9" creationId="{0527ACA2-64AA-0EA7-6DA7-6B7A27C24C38}"/>
          </ac:picMkLst>
        </pc:picChg>
        <pc:picChg chg="add mod">
          <ac:chgData name="shreshta reddy" userId="3767ef8077a703a4" providerId="LiveId" clId="{AF3004BF-5ED9-468D-A314-10C8D0244B3E}" dt="2026-02-12T05:06:53.407" v="150" actId="14100"/>
          <ac:picMkLst>
            <pc:docMk/>
            <pc:sldMk cId="2423152561" sldId="264"/>
            <ac:picMk id="14" creationId="{D5C5556D-293A-A023-4D23-9E174AA24F9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15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5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69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0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99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447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396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06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53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5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597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83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878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2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859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153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80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C2CF82-F7F5-4E5E-B2E8-B9790443AB61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0B8536-B097-4C54-8677-5E2589377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54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EDA9-5AFF-9F00-B350-87E3AC6E2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589035"/>
            <a:ext cx="6815669" cy="1611368"/>
          </a:xfrm>
        </p:spPr>
        <p:txBody>
          <a:bodyPr/>
          <a:lstStyle/>
          <a:p>
            <a:r>
              <a:rPr lang="en-IN" b="1" err="1"/>
              <a:t>LearnSphere</a:t>
            </a:r>
            <a:br>
              <a:rPr lang="en-IN"/>
            </a:br>
            <a:r>
              <a:rPr lang="en-IN" sz="2600"/>
              <a:t>Generative AI-Powered Machine Learning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2E828-4CE3-4018-E8A2-D19A2DDD7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8"/>
            <a:ext cx="6815669" cy="1891145"/>
          </a:xfrm>
        </p:spPr>
        <p:txBody>
          <a:bodyPr>
            <a:normAutofit fontScale="85000" lnSpcReduction="20000"/>
          </a:bodyPr>
          <a:lstStyle/>
          <a:p>
            <a:r>
              <a:rPr lang="en-IN" b="1"/>
              <a:t>Team: </a:t>
            </a:r>
            <a:r>
              <a:rPr lang="en-IN" b="1" err="1"/>
              <a:t>MetaMinds</a:t>
            </a:r>
            <a:endParaRPr lang="en-IN" b="1"/>
          </a:p>
          <a:p>
            <a:r>
              <a:rPr lang="en-IN"/>
              <a:t>Ashwitha. Y</a:t>
            </a:r>
          </a:p>
          <a:p>
            <a:r>
              <a:rPr lang="en-IN"/>
              <a:t>Shreshta. J</a:t>
            </a:r>
          </a:p>
          <a:p>
            <a:r>
              <a:rPr lang="en-IN"/>
              <a:t>Sonu. V</a:t>
            </a:r>
          </a:p>
          <a:p>
            <a:r>
              <a:rPr lang="en-IN"/>
              <a:t>Srujana. K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838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49C8-440E-A67F-BF94-97827A57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1CAAC-B54D-CB5A-39D7-2F75D5BA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282044" cy="3318936"/>
          </a:xfrm>
        </p:spPr>
        <p:txBody>
          <a:bodyPr>
            <a:normAutofit/>
          </a:bodyPr>
          <a:lstStyle/>
          <a:p>
            <a:r>
              <a:rPr lang="en-US" sz="2800"/>
              <a:t> AI-driven learning platform delivers personalized ML education through text, code, audio, and visual explanations. It adapts content to user learning styles, making complex ML concepts easier to understand.</a:t>
            </a:r>
            <a:endParaRPr lang="en-IN" sz="2800"/>
          </a:p>
        </p:txBody>
      </p:sp>
      <p:pic>
        <p:nvPicPr>
          <p:cNvPr id="1026" name="Picture 2" descr="How to write a problem statement (with three examples) - SEEK">
            <a:extLst>
              <a:ext uri="{FF2B5EF4-FFF2-40B4-BE49-F238E27FC236}">
                <a16:creationId xmlns:a16="http://schemas.microsoft.com/office/drawing/2014/main" id="{E6C4E40B-590B-B1C5-836E-D37D240C9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2701636"/>
            <a:ext cx="3855027" cy="278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10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85EB-101E-B1ED-DC43-1C4705A9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6EEE1-799B-9A32-5B3C-B7B0769E9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Uses Generative AI for dynamic concept explanations</a:t>
            </a:r>
          </a:p>
          <a:p>
            <a:r>
              <a:rPr lang="en-US"/>
              <a:t>Generates real-time code examples for better understanding</a:t>
            </a:r>
          </a:p>
          <a:p>
            <a:r>
              <a:rPr lang="en-IN"/>
              <a:t>Adapts content difficulty based on user performance</a:t>
            </a:r>
          </a:p>
          <a:p>
            <a:r>
              <a:rPr lang="en-US"/>
              <a:t>Provides multi-modal learning (text, code, </a:t>
            </a:r>
            <a:r>
              <a:rPr lang="en-US" err="1"/>
              <a:t>visual,audioexplanations</a:t>
            </a:r>
            <a:r>
              <a:rPr lang="en-US"/>
              <a:t>)</a:t>
            </a:r>
          </a:p>
          <a:p>
            <a:r>
              <a:rPr lang="en-US"/>
              <a:t>Bridges the gap between theory and practical implementation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3E45-5FEF-6F7F-4BBC-A148CBBF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/>
              <a:t>Technologies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92D1A-F173-883F-1A5B-CBAE6C38B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/>
              <a:t>Backend:</a:t>
            </a:r>
          </a:p>
          <a:p>
            <a:r>
              <a:rPr lang="en-IN"/>
              <a:t>Flask</a:t>
            </a:r>
          </a:p>
          <a:p>
            <a:r>
              <a:rPr lang="en-IN"/>
              <a:t>Python</a:t>
            </a:r>
          </a:p>
          <a:p>
            <a:r>
              <a:rPr lang="en-IN"/>
              <a:t>Gemini, AI APIs</a:t>
            </a:r>
          </a:p>
          <a:p>
            <a:pPr marL="0" indent="0">
              <a:buNone/>
            </a:pPr>
            <a:r>
              <a:rPr lang="en-IN" b="1"/>
              <a:t>Frontend:</a:t>
            </a:r>
          </a:p>
          <a:p>
            <a:r>
              <a:rPr lang="en-IN"/>
              <a:t> HTML, CSS, JavaScript</a:t>
            </a:r>
          </a:p>
        </p:txBody>
      </p:sp>
    </p:spTree>
    <p:extLst>
      <p:ext uri="{BB962C8B-B14F-4D97-AF65-F5344CB8AC3E}">
        <p14:creationId xmlns:p14="http://schemas.microsoft.com/office/powerpoint/2010/main" val="543349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9A1CD-2416-B567-4065-88B7DDF8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06583"/>
            <a:ext cx="9601196" cy="1007918"/>
          </a:xfrm>
        </p:spPr>
        <p:txBody>
          <a:bodyPr/>
          <a:lstStyle/>
          <a:p>
            <a:pPr algn="l"/>
            <a:r>
              <a:rPr lang="en-US" b="1"/>
              <a:t>Implementation</a:t>
            </a:r>
            <a:endParaRPr lang="en-IN" b="1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E37203-AD58-6BC6-1B12-F78AB5194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1564" y="1516640"/>
            <a:ext cx="4087091" cy="432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07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3A67-1F45-1633-FEB5-245A9CA96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06583"/>
            <a:ext cx="9601196" cy="665018"/>
          </a:xfrm>
        </p:spPr>
        <p:txBody>
          <a:bodyPr>
            <a:normAutofit fontScale="90000"/>
          </a:bodyPr>
          <a:lstStyle/>
          <a:p>
            <a:pPr algn="l"/>
            <a:r>
              <a:rPr lang="en-IN" b="1"/>
              <a:t>Results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260E67B-2693-B49B-8866-EEBF9C1B1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1046" y="1704109"/>
            <a:ext cx="10172700" cy="436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82FDE795-D1C0-86AE-9577-C432966C00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6828" y="506701"/>
            <a:ext cx="4751206" cy="450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37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B855C-9369-AF4D-DD41-DFBE1D65B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45" y="831850"/>
            <a:ext cx="9892146" cy="490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0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5293-A134-D131-F07B-2649AD93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1E2F0C-6C90-D25D-F861-313B11F7B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26" y="852055"/>
            <a:ext cx="9996055" cy="467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0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4016-03E0-3390-8948-3A4BBA35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444" y="982132"/>
            <a:ext cx="5216237" cy="1303867"/>
          </a:xfrm>
        </p:spPr>
        <p:txBody>
          <a:bodyPr/>
          <a:lstStyle/>
          <a:p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5C5556D-293A-A023-4D23-9E174AA24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852055"/>
            <a:ext cx="9601200" cy="484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2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123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LearnSphere Generative AI-Powered Machine Learning System</vt:lpstr>
      <vt:lpstr>Problem Statement</vt:lpstr>
      <vt:lpstr>Proposed System</vt:lpstr>
      <vt:lpstr>Technologies and Tools</vt:lpstr>
      <vt:lpstr>Implementation</vt:lpstr>
      <vt:lpstr>Results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shreshta reddy</dc:creator>
  <cp:lastModifiedBy>shreshta reddy</cp:lastModifiedBy>
  <cp:revision>1</cp:revision>
  <dcterms:created xsi:type="dcterms:W3CDTF">2026-02-11T09:25:44Z</dcterms:created>
  <dcterms:modified xsi:type="dcterms:W3CDTF">2026-02-12T08:51:02Z</dcterms:modified>
</cp:coreProperties>
</file>